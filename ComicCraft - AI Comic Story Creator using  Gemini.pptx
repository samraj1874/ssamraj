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B69E-B07D-4E4C-96E7-27C795C272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6C13F-10D5-4557-9FD8-5B14922313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ComicCraft</a:t>
            </a:r>
            <a:r>
              <a:rPr lang="en-US" dirty="0"/>
              <a:t> - AI Comic Story Creator using  Gemini Models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Samraj</a:t>
            </a:r>
            <a:r>
              <a:rPr lang="en-US" dirty="0">
                <a:solidFill>
                  <a:schemeClr val="tx1"/>
                </a:solidFill>
              </a:rPr>
              <a:t> R K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Samsanpaul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J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Pranesh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Iyyappan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Ranjith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Rajeshvarma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6629400" cy="6108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 smtClean="0"/>
              <a:t>ComicCraft</a:t>
            </a:r>
            <a:r>
              <a:rPr lang="en-US" dirty="0" smtClean="0"/>
              <a:t> – AI Comic Story Creator using Gemini Models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An AI-powered platform for turning ideas </a:t>
            </a:r>
            <a:r>
              <a:rPr lang="en-US" dirty="0" err="1" smtClean="0"/>
              <a:t>intoillustrated</a:t>
            </a:r>
            <a:r>
              <a:rPr lang="en-US" dirty="0" smtClean="0"/>
              <a:t> comic stories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Project Overview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</a:t>
            </a:r>
            <a:r>
              <a:rPr lang="en-US" dirty="0" err="1" smtClean="0"/>
              <a:t>ComicCraft</a:t>
            </a:r>
            <a:r>
              <a:rPr lang="en-US" dirty="0" smtClean="0"/>
              <a:t> helps users create comic stories from a simple story idea or prompt.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 •Gemini models can support story generation, multimodal understanding and visual creation.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err="1" smtClean="0"/>
              <a:t>MainGoal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•Make comic creation faster and easier for students, creators and beginners.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0"/>
            <a:ext cx="6629400" cy="6662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 smtClean="0"/>
              <a:t>ProblemStatement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Traditional comic creation can require multiple creative and technical skills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Challenges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•Writing a complete story, dialogue and scene descriptions takes time.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•Creating consistent characters and scenes manually can be difficult. •Users may need separate tools for writing, artwork and comic layout.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Need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</a:t>
            </a:r>
            <a:r>
              <a:rPr lang="en-US" dirty="0" err="1" smtClean="0"/>
              <a:t>Asingle</a:t>
            </a:r>
            <a:r>
              <a:rPr lang="en-US" dirty="0" smtClean="0"/>
              <a:t> AI-assisted </a:t>
            </a:r>
            <a:r>
              <a:rPr lang="en-US" dirty="0" err="1" smtClean="0"/>
              <a:t>workflowthat</a:t>
            </a:r>
            <a:r>
              <a:rPr lang="en-US" dirty="0" smtClean="0"/>
              <a:t> connects story ideas with visual comic panels.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ProposedSolution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ComicCraft</a:t>
            </a:r>
            <a:r>
              <a:rPr lang="en-US" dirty="0" smtClean="0"/>
              <a:t> combines AI story planning with comic-oriented visual generation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Story Generation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•Gemini generates the plot, characters, scenes and dialogue from the user's idea.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Visual Creation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•Gemini image-generation capabilities can create comic artwork from scene descriptions.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 Gemini's image models support text-to-image and image-based creative </a:t>
            </a:r>
            <a:r>
              <a:rPr lang="en-US" dirty="0" err="1" smtClean="0"/>
              <a:t>workﬂows</a:t>
            </a:r>
            <a:r>
              <a:rPr lang="en-US" dirty="0" smtClean="0"/>
              <a:t>. cite turn0search1 </a:t>
            </a:r>
            <a:r>
              <a:rPr lang="en-US" dirty="0" err="1" smtClean="0"/>
              <a:t>ComicAssembly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•Generated scenes can be organized </a:t>
            </a:r>
            <a:r>
              <a:rPr lang="en-US" dirty="0" err="1" smtClean="0"/>
              <a:t>intopanels</a:t>
            </a:r>
            <a:r>
              <a:rPr lang="en-US" dirty="0" smtClean="0"/>
              <a:t> with captions and speech bubbles.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1"/>
            <a:ext cx="6400800" cy="6662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Key Features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Core features of the </a:t>
            </a:r>
            <a:r>
              <a:rPr lang="en-US" dirty="0" err="1" smtClean="0"/>
              <a:t>ComicCraft</a:t>
            </a:r>
            <a:r>
              <a:rPr lang="en-US" dirty="0" smtClean="0"/>
              <a:t> system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AI Story Generator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 •Creates plots, character profiles, scenes and dialogue.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Character Creation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•Generates character descriptions and visual references for consistent storytelling.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Panel Generation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•Converts scenes </a:t>
            </a:r>
            <a:r>
              <a:rPr lang="en-US" dirty="0" err="1" smtClean="0"/>
              <a:t>intoindividual</a:t>
            </a:r>
            <a:r>
              <a:rPr lang="en-US" dirty="0" smtClean="0"/>
              <a:t> comic-panel prompts and images.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Editing&amp; Customization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•Allows users </a:t>
            </a:r>
            <a:r>
              <a:rPr lang="en-US" dirty="0" err="1" smtClean="0"/>
              <a:t>torefine</a:t>
            </a:r>
            <a:r>
              <a:rPr lang="en-US" dirty="0" smtClean="0"/>
              <a:t> story text, visual style, dialogue and panel order.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6108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 smtClean="0"/>
              <a:t>SystemWorkflow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err="1" smtClean="0"/>
              <a:t>Froma</a:t>
            </a:r>
            <a:r>
              <a:rPr lang="en-US" dirty="0" smtClean="0"/>
              <a:t> simple idea </a:t>
            </a:r>
            <a:r>
              <a:rPr lang="en-US" dirty="0" err="1" smtClean="0"/>
              <a:t>toa</a:t>
            </a:r>
            <a:r>
              <a:rPr lang="en-US" dirty="0" smtClean="0"/>
              <a:t> complete comic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Step1 – User Input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•User enters a theme, story idea, characters or genre.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Step2 – Story Planning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 •Gemini creates the storyline, scenes, characters and dialogue.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Step 3 – Visual Generation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 •Scene descriptions are converted </a:t>
            </a:r>
            <a:r>
              <a:rPr lang="en-US" dirty="0" err="1" smtClean="0"/>
              <a:t>intoimage</a:t>
            </a:r>
            <a:r>
              <a:rPr lang="en-US" dirty="0" smtClean="0"/>
              <a:t> prompts and comic artwork.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Step4 – </a:t>
            </a:r>
            <a:r>
              <a:rPr lang="en-US" dirty="0" err="1" smtClean="0"/>
              <a:t>ComicLayout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•Panels, captions and dialogue are arranged </a:t>
            </a:r>
            <a:r>
              <a:rPr lang="en-US" dirty="0" err="1" smtClean="0"/>
              <a:t>intoa</a:t>
            </a:r>
            <a:r>
              <a:rPr lang="en-US" dirty="0" smtClean="0"/>
              <a:t> readable comic.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WPS Presentation</Application>
  <PresentationFormat>On-screen Show (4:3)</PresentationFormat>
  <Paragraphs>55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ComicCraft - AI Comic Story Creator using  Gemini Models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ComicCraft - AI Comic Story Creator using  Gemini Models </dc:title>
  <dc:creator>Student</dc:creator>
  <cp:lastModifiedBy>Student</cp:lastModifiedBy>
  <cp:revision>4</cp:revision>
  <dcterms:created xsi:type="dcterms:W3CDTF">2026-09-30T08:37:00Z</dcterms:created>
  <dcterms:modified xsi:type="dcterms:W3CDTF">2026-10-01T06:22:22Z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B1D7F5CF3656412EBAA6262B717D8E06_13</vt:lpwstr>
  </property>
  <property fmtid="{D5CDD505-2E9C-101B-9397-08002B2CF9AE}" pid="3" name="KSOProductBuildVer">
    <vt:lpwstr>1033-12.1.0.28485</vt:lpwstr>
  </property>
</Properties>
</file>